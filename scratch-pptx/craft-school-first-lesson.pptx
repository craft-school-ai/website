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Поприветствовать группу. Коротко о себе: студия разработки на заказ, руководство командами. Что делаем на курсе: собираем реальный сайт с помощью ИИ-агента, без кода. Занятия идут в Zoom, работаем на вашем проекте.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формат спринтов: неделя, два занятия, в конце готовый результат, а не просто пройденная тема. Пройтись по четырём спринтам. Отметить, что глубина зависит от тарифа.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по чеклисту, помочь всем настроить окружение. Проверить установку командами git --version, node --version. Войти в GitHub через GitHub Desktop. В конце поставить первую задачу агенту.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Подвести итог. Напомнить про подготовку окружения до занятия, время в Zoom и канал связи в Telegram. Пожелать удачной подготовки.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22960" cy="8229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School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1155680" y="640080"/>
            <a:ext cx="146304" cy="146304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5" name="Shape 2"/>
          <p:cNvSpPr/>
          <p:nvPr/>
        </p:nvSpPr>
        <p:spPr>
          <a:xfrm>
            <a:off x="11567160" y="1051560"/>
            <a:ext cx="100584" cy="100584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6" name="Shape 3"/>
          <p:cNvSpPr/>
          <p:nvPr/>
        </p:nvSpPr>
        <p:spPr>
          <a:xfrm>
            <a:off x="10927080" y="1143000"/>
            <a:ext cx="82296" cy="82296"/>
          </a:xfrm>
          <a:prstGeom prst="ellipse">
            <a:avLst/>
          </a:prstGeom>
          <a:solidFill>
            <a:srgbClr val="88B6A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148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занятие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мастерская, где предприниматели делают сайты с помощью ИИ-агентов, без программистов и переплат подрядчикам.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" y="5138928"/>
            <a:ext cx="146304" cy="146304"/>
          </a:xfrm>
          <a:prstGeom prst="ellipse">
            <a:avLst/>
          </a:prstGeom>
          <a:solidFill>
            <a:srgbClr val="88B6A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Роман Бабанов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303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и наставник. Владел студией разработки на заказ, руководил командами в крупных компаниях. Теперь учу предпринимателей собирать сайты самостоятельно.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обучения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идёт спринтами. Каждый спринт заканчивается готовой частью вашего сайта.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101600" dist="38100" dir="5400000">
              <a:srgbClr val="BFB39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075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 с ИИ-станком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версия сайта на компьютере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101600" dist="38100" dir="5400000">
              <a:srgbClr val="BFB39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11112" y="2103120"/>
            <a:ext cx="640080" cy="640080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79792" y="2075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79792" y="2350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целиком и публикация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11112" y="3017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ссылка на сайт в интернете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101600" dist="38100" dir="5400000">
              <a:srgbClr val="BFB39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88B6A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42702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8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4544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заявки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5212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домен и заявки в Telegram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91072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101600" dist="38100" dir="5400000">
              <a:srgbClr val="BFB39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1112" y="4297680"/>
            <a:ext cx="640080" cy="640080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79792" y="42702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79792" y="4544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под ключ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11112" y="5212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Оплата, запись и аналитика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спринтов зависит от тарифа: от двух до четырёх.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первого занятия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Ставим программы и разворачиваем рабочее окружение. Пройдёмся по чеклисту вместе.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196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сайта (продумать с DeepSeek)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865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на компьютер (если вы в России)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535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 на GitHub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20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55080" y="18745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8196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24414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3865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30083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9535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35753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67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520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F4E7C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34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занятия:  </a:t>
            </a:r>
            <a:pPr indent="0" marL="0">
              <a:buNone/>
            </a:pPr>
            <a:r>
              <a:rPr lang="en-US" sz="1600" dirty="0">
                <a:solidFill>
                  <a:srgbClr val="6B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настроенное рабочее окружение и первая задача, поставленная ИИ-агенту.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чеклист можно заранее: craft-school.ru/blog/kak-podgotovitsya-k-pervomu-zanyatiyu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1520"/>
            <a:ext cx="146304" cy="146304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91440" cy="91440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5943600"/>
            <a:ext cx="146304" cy="146304"/>
          </a:xfrm>
          <a:prstGeom prst="ellipse">
            <a:avLst/>
          </a:prstGeom>
          <a:solidFill>
            <a:srgbClr val="88B6A2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126480"/>
            <a:ext cx="91440" cy="91440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начинать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 до первого занятия: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569464"/>
            <a:ext cx="201168" cy="20116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14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Подготовьте окружение по чеклисту до занятия.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201168" cy="201168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72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Подключитесь к Zoom в назначенное время.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201168" cy="201168"/>
          </a:xfrm>
          <a:prstGeom prst="ellipse">
            <a:avLst/>
          </a:prstGeom>
          <a:solidFill>
            <a:srgbClr val="88B6A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313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задавайте мастеру в Telegram.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мастеру</a:t>
            </a:r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8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t.me/c_o_o_n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502920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D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 с чеклистом</a:t>
            </a:r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craft-school.ru/blog/kak-podgotovitsya-k-pervomu-zanyatiyu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2026-08-03T18:22:03Z</dcterms:created>
  <dcterms:modified xsi:type="dcterms:W3CDTF">2026-08-03T18:22:03Z</dcterms:modified>
</cp:coreProperties>
</file>