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6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SCHOOL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B1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Третье занятие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CI/CD и публикация</a:t>
            </a:r>
            <a:endParaRPr lang="en-US" sz="4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сайта в интернете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разбираемся, как код превращается в живой сайт по адресу в интернете, и публикуем ваш проект на Vercel.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349240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242021"/>
          </a:solidFill>
          <a:ln w="12700">
            <a:solidFill>
              <a:srgbClr val="3A35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5541264"/>
            <a:ext cx="493776" cy="493776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5412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54132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Роман Бабанов
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9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и наставник курса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уже сделали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идёт спринтами. К третьему занятию у вас уже есть готовый проект и репозиторий на GitHub.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12264"/>
            <a:ext cx="713232" cy="713232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122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920240" y="1984248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1. Рабочее место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35000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Развернули окружение по чеклисту, подключили ИИ-агента, запустили первые промпты. Получили базовую версию сайта на компьютере.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55848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3685032"/>
            <a:ext cx="713232" cy="713232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6850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20240" y="3557016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2. Репозиторий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3922776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появился репозиторий на GitHub. Начали настраивать GitHub Actions, чтобы сборка запускалась на каждый push.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28616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4E7CC"/>
          </a:solidFill>
          <a:ln w="12700">
            <a:solidFill>
              <a:srgbClr val="D4A54A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5257800"/>
            <a:ext cx="713232" cy="713232"/>
          </a:xfrm>
          <a:prstGeom prst="ellipse">
            <a:avLst/>
          </a:prstGeom>
          <a:solidFill>
            <a:srgbClr val="D4A54A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52578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20240" y="5129784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3. Сегодня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5495544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Доводим публикацию до конца и разбираем, как всё устроено: Git, сервер, деплой, CI/CD. В финале сайт открыт в интернете.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третьего занятия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разбираемся в понятиях, потом руками публикуем сайт.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7288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21408"/>
            <a:ext cx="621792" cy="621792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214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55648" y="2139696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Понятия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0976" y="2788920"/>
            <a:ext cx="465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сервер, деплой и CI/CD простыми словами.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8728" y="1828800"/>
            <a:ext cx="527288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1336" y="2121408"/>
            <a:ext cx="621792" cy="621792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571336" y="21214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94296" y="2139696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на Vercel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9624" y="2788920"/>
            <a:ext cx="465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Бесплатно, прямо из вашего репозитория на GitHub.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7288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133088"/>
            <a:ext cx="621792" cy="621792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1330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55648" y="4151376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 для России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0976" y="4800600"/>
            <a:ext cx="465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Timeweb: готовая интеграция с GitHub, оплата картой РФ.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8728" y="3840480"/>
            <a:ext cx="527288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71336" y="4133088"/>
            <a:ext cx="621792" cy="621792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1336" y="41330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94296" y="4151376"/>
            <a:ext cx="390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9624" y="4800600"/>
            <a:ext cx="465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рабочая ссылка на сайт, которая сама обновляется.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7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занятия: сайт опубликован и доступен по ссылке любому в интернете.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Git. Машина времени проекта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хранит историю всех изменений кода. В любой момент можно вернуться к рабочей версии.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30552"/>
            <a:ext cx="1920240" cy="512064"/>
          </a:xfrm>
          <a:prstGeom prst="roundRect">
            <a:avLst>
              <a:gd name="adj" fmla="val 14286"/>
            </a:avLst>
          </a:prstGeom>
          <a:solidFill>
            <a:srgbClr val="1A1D1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305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2020824"/>
            <a:ext cx="81683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Сохранённая точка в истории. Как фотография проекта в конкретный момент.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10911535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337560"/>
            <a:ext cx="1920240" cy="512064"/>
          </a:xfrm>
          <a:prstGeom prst="roundRect">
            <a:avLst>
              <a:gd name="adj" fmla="val 14286"/>
            </a:avLst>
          </a:prstGeom>
          <a:solidFill>
            <a:srgbClr val="1A1D1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3756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3227832"/>
            <a:ext cx="81683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ваших коммитов в облако, на GitHub. Код перестаёт жить только на ноутбуке.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88536"/>
            <a:ext cx="10911535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544568"/>
            <a:ext cx="1920240" cy="512064"/>
          </a:xfrm>
          <a:prstGeom prst="roundRect">
            <a:avLst>
              <a:gd name="adj" fmla="val 14286"/>
            </a:avLst>
          </a:prstGeom>
          <a:solidFill>
            <a:srgbClr val="1A1D1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4456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5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4434840"/>
            <a:ext cx="81683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Облачное хранилище кода. Отсюда сервисы публикации забирают проект и выкладывают сайт.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7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делает коммиты и push за вас. Ваша задача: понимать, что происходит, и проверять результат.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сервер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это чужой компьютер, который всегда включён и отдаёт ваш сайт каждому, кто открыл адрес.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716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9C2B8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6B655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2194560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ноутбук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44956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запущен командой на вашем компьютере.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localhost виден только вам.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Выключили ноутбук, сайт пропал.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24448" y="1874520"/>
            <a:ext cx="5227168" cy="3108960"/>
          </a:xfrm>
          <a:prstGeom prst="roundRect">
            <a:avLst>
              <a:gd name="adj" fmla="val 3529"/>
            </a:avLst>
          </a:prstGeom>
          <a:solidFill>
            <a:srgbClr val="F4E7CC"/>
          </a:solidFill>
          <a:ln w="12700">
            <a:solidFill>
              <a:srgbClr val="D4A54A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4488" y="2148840"/>
            <a:ext cx="640080" cy="640080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64448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67448" y="2194560"/>
            <a:ext cx="385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в интернете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90208" y="2971800"/>
            <a:ext cx="44956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5000"/>
              </a:lnSpc>
              <a:buSzPct val="100000"/>
              <a:buChar char="•"/>
            </a:pPr>
            <a:r>
              <a:rPr lang="en-US" sz="1500" dirty="0">
                <a:solidFill>
                  <a:srgbClr val="242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круглосуточно, без вашего ноутбука.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42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адрес открывается у любого.
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42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цель: чтобы сайт видели клиенты.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7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и Timeweb дают вам такой сервер с публичным адресом. Свой компьютер держать включённым не нужно.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деплой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 это публикация. Взять код из GitHub, собрать рабочую версию и выложить её на сервер.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0764" y="2624328"/>
            <a:ext cx="530352" cy="530352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6" name="Text 4"/>
          <p:cNvSpPr/>
          <p:nvPr/>
        </p:nvSpPr>
        <p:spPr>
          <a:xfrm>
            <a:off x="1540764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на GitHub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проект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71800" y="2423160"/>
            <a:ext cx="5282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00018" y="242316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0702" y="2624328"/>
            <a:ext cx="530352" cy="530352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12" name="Text 10"/>
          <p:cNvSpPr/>
          <p:nvPr/>
        </p:nvSpPr>
        <p:spPr>
          <a:xfrm>
            <a:off x="4400702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91458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(build)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91458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версия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31738" y="2423160"/>
            <a:ext cx="5282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359957" y="242316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60641" y="2624328"/>
            <a:ext cx="530352" cy="530352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18" name="Text 16"/>
          <p:cNvSpPr/>
          <p:nvPr/>
        </p:nvSpPr>
        <p:spPr>
          <a:xfrm>
            <a:off x="7260641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51397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51397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онлайн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91677" y="2423160"/>
            <a:ext cx="52821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219895" y="242316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4E7CC"/>
          </a:solidFill>
          <a:ln w="12700">
            <a:solidFill>
              <a:srgbClr val="D4A54A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20579" y="2624328"/>
            <a:ext cx="530352" cy="530352"/>
          </a:xfrm>
          <a:prstGeom prst="ellipse">
            <a:avLst/>
          </a:prstGeom>
          <a:solidFill>
            <a:srgbClr val="D4A5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120579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11335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в сети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11335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 всем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44348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 это делали руками: собрать, скопировать файлы на сервер, настроить. Сегодня всё делает сервис за вас.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CI/CD. Конвейер вместо ручной работы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только вы или агент сделали push, конвейер сам собирает и публикует новую версию сайта.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271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 </a:t>
            </a:r>
            <a:pPr indent="0" marL="0">
              <a:buNone/>
            </a:pPr>
            <a:r>
              <a:rPr lang="en-US" sz="17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непрерывная сборка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487168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автоматически проверяется и собирается в рабочую версию.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4448" y="1828800"/>
            <a:ext cx="522716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44488" y="201168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 </a:t>
            </a:r>
            <a:pPr indent="0" marL="0">
              <a:buNone/>
            </a:pPr>
            <a:r>
              <a:rPr lang="en-US" sz="17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непрерывная публикация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44488" y="2487168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Собранная версия сама выкладывается на сервер. Ничего копировать не нужно.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EBE3D5"/>
          </a:solidFill>
          <a:ln w="12700">
            <a:solidFill>
              <a:srgbClr val="C9C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468880" y="3794760"/>
            <a:ext cx="4418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910764" y="37947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EBE3D5"/>
          </a:solidFill>
          <a:ln w="12700">
            <a:solidFill>
              <a:srgbClr val="C9C2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0764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39564" y="3794760"/>
            <a:ext cx="4418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181448" y="37947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EBE3D5"/>
          </a:solidFill>
          <a:ln w="12700">
            <a:solidFill>
              <a:srgbClr val="C9C2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1448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10248" y="3794760"/>
            <a:ext cx="4418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452131" y="37947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EBE3D5"/>
          </a:solidFill>
          <a:ln w="12700">
            <a:solidFill>
              <a:srgbClr val="C9C2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131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280931" y="3794760"/>
            <a:ext cx="4418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722815" y="37947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A1D1F"/>
          </a:solidFill>
          <a:ln w="12700">
            <a:solidFill>
              <a:srgbClr val="1A1D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2815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4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обновлён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7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это вы начали настраивать на прошлом занятии через GitHub Actions. Vercel даёт то же самое из коробки.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опубликовать сайт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всех общая идея: забрать код из GitHub и выложить на сервер. Отличается удобство и цена.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54298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88B6A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прошлое занятие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3291840"/>
            <a:ext cx="29056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 и бесплатно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Настраивать нужно руками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для обучения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8698" y="1874520"/>
            <a:ext cx="3454298" cy="3200400"/>
          </a:xfrm>
          <a:prstGeom prst="roundRect">
            <a:avLst>
              <a:gd name="adj" fmla="val 3429"/>
            </a:avLst>
          </a:prstGeom>
          <a:solidFill>
            <a:srgbClr val="F4E7CC"/>
          </a:solidFill>
          <a:ln w="12700">
            <a:solidFill>
              <a:srgbClr val="D4A54A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3018" y="21488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67B5A"/>
          </a:solidFill>
          <a:ln/>
        </p:spPr>
      </p:sp>
      <p:sp>
        <p:nvSpPr>
          <p:cNvPr id="11" name="Text 9"/>
          <p:cNvSpPr/>
          <p:nvPr/>
        </p:nvSpPr>
        <p:spPr>
          <a:xfrm>
            <a:off x="4643018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43018" y="26517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1306" y="3291840"/>
            <a:ext cx="29056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для наших задач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подхватывает GitHub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 за пару кликов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97317" y="1874520"/>
            <a:ext cx="3454298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1637" y="21488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4A54A"/>
          </a:solidFill>
          <a:ln/>
        </p:spPr>
      </p:sp>
      <p:sp>
        <p:nvSpPr>
          <p:cNvPr id="16" name="Text 14"/>
          <p:cNvSpPr/>
          <p:nvPr/>
        </p:nvSpPr>
        <p:spPr>
          <a:xfrm>
            <a:off x="8371637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России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71637" y="26517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Timeweb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89925" y="3291840"/>
            <a:ext cx="29056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картой РФ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интеграция с GitHub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Платно, от простого тарифа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Публикуем на Vercel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практика занятия. Делаем вместе, шаг за шагом.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7288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48256"/>
            <a:ext cx="475488" cy="475488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Заходим на vercel.com и входим через аккаунт GitHub.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27288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3099816"/>
            <a:ext cx="475488" cy="475488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099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971800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→ Project и выбираем свой репозиторий с сайтом.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27288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" y="4151376"/>
            <a:ext cx="475488" cy="475488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023360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сам определяет Next.js. Настройки не трогаем.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1828800"/>
            <a:ext cx="527288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4760" y="2048256"/>
            <a:ext cx="475488" cy="475488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4760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93128" y="1920240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Нажимаем Deploy и ждём, пока пройдёт сборка.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78728" y="2880360"/>
            <a:ext cx="527288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4760" y="3099816"/>
            <a:ext cx="475488" cy="475488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4760" y="3099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93128" y="2971800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Готово: сайт открыт по адресу вида ваш-проект.vercel.app.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3931920"/>
            <a:ext cx="5272888" cy="914400"/>
          </a:xfrm>
          <a:prstGeom prst="roundRect">
            <a:avLst>
              <a:gd name="adj" fmla="val 10000"/>
            </a:avLst>
          </a:prstGeom>
          <a:solidFill>
            <a:srgbClr val="F4E7CC"/>
          </a:solidFill>
          <a:ln w="12700">
            <a:solidFill>
              <a:srgbClr val="D4A54A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4760" y="4151376"/>
            <a:ext cx="475488" cy="475488"/>
          </a:xfrm>
          <a:prstGeom prst="ellipse">
            <a:avLst/>
          </a:prstGeom>
          <a:solidFill>
            <a:srgbClr val="D4A54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4760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93128" y="4023360"/>
            <a:ext cx="4175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следующий push обновляет сайт сам. Это и есть CI/CD.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Промпты для агента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B9B1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Готовим проект к публикации и разбираем ошибки руками агента.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1005840"/>
          </a:xfrm>
          <a:prstGeom prst="roundRect">
            <a:avLst>
              <a:gd name="adj" fmla="val 9091"/>
            </a:avLst>
          </a:prstGeom>
          <a:solidFill>
            <a:srgbClr val="242021"/>
          </a:solidFill>
          <a:ln w="12700">
            <a:solidFill>
              <a:srgbClr val="3A3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39696"/>
            <a:ext cx="475488" cy="475488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39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002536"/>
            <a:ext cx="9677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Проверь, что проект собирается командой npm run build. Если есть ошибки сборки, исправь их и объясни, что было не так.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911535" cy="1005840"/>
          </a:xfrm>
          <a:prstGeom prst="roundRect">
            <a:avLst>
              <a:gd name="adj" fmla="val 9091"/>
            </a:avLst>
          </a:prstGeom>
          <a:solidFill>
            <a:srgbClr val="242021"/>
          </a:solidFill>
          <a:ln w="12700">
            <a:solidFill>
              <a:srgbClr val="3A35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328416"/>
            <a:ext cx="475488" cy="475488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3191256"/>
            <a:ext cx="9677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Объясни простыми словами, что произойдёт, когда я нажму Deploy на Vercel.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911535" cy="1005840"/>
          </a:xfrm>
          <a:prstGeom prst="roundRect">
            <a:avLst>
              <a:gd name="adj" fmla="val 9091"/>
            </a:avLst>
          </a:prstGeom>
          <a:solidFill>
            <a:srgbClr val="242021"/>
          </a:solidFill>
          <a:ln w="12700">
            <a:solidFill>
              <a:srgbClr val="3A35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517136"/>
            <a:ext cx="475488" cy="475488"/>
          </a:xfrm>
          <a:prstGeom prst="ellipse">
            <a:avLst/>
          </a:prstGeom>
          <a:solidFill>
            <a:srgbClr val="C6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517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4379976"/>
            <a:ext cx="9677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8E1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 меня ошибка при деплое на Vercel: [вставить текст ошибки]. Объясни причину и предложи исправление.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прежнее: не нравится результат, говорите словами. Смотрите сайт в браузере после каждого шага.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Timeweb. Альтернатива для России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хостинг с готовой интеграцией с GitHub. Работает без VPN, оплата картой РФ.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716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BE3D5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44956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Подключаете репозиторий с GitHub.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каждом push проект собирается сам.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обновляется автоматически.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6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CI/CD, что и на Vercel.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24448" y="1874520"/>
            <a:ext cx="5227168" cy="3063240"/>
          </a:xfrm>
          <a:prstGeom prst="roundRect">
            <a:avLst>
              <a:gd name="adj" fmla="val 3582"/>
            </a:avLst>
          </a:prstGeom>
          <a:solidFill>
            <a:srgbClr val="F4E7CC"/>
          </a:solidFill>
          <a:ln w="12700">
            <a:solidFill>
              <a:srgbClr val="D4A54A"/>
            </a:solidFill>
            <a:prstDash val="solid"/>
          </a:ln>
          <a:effectLst>
            <a:outerShdw sx="100000" sy="100000" kx="0" ky="0" algn="bl" rotWithShape="0" blurRad="88900" dist="38100" dir="5400000">
              <a:srgbClr val="9A8F7E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44488" y="2057400"/>
            <a:ext cx="458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пригодится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90208" y="2560320"/>
            <a:ext cx="44956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242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свой домен и оплата рублями.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42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в России, важна скорость.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42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хотите зависеть от VPN.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242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платный, от простого тарифа.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638251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7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для быстрого бесплатного старта. Timeweb, когда нужен домен, рубли и российская аудитория.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SCHOOL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C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опубликован, ссылка работает и обновляется автоматически на каждый push.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6949440" cy="2514600"/>
          </a:xfrm>
          <a:prstGeom prst="roundRect">
            <a:avLst>
              <a:gd name="adj" fmla="val 4364"/>
            </a:avLst>
          </a:prstGeom>
          <a:solidFill>
            <a:srgbClr val="242021"/>
          </a:solidFill>
          <a:ln w="12700">
            <a:solidFill>
              <a:srgbClr val="3A35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291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379476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Сделайте 2-3 правки на сайте через агента.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Запушите изменения в GitHub.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Проверьте, что Vercel сам обновил сайт.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Пришлите мастеру рабочую ссылку.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0" y="3063240"/>
            <a:ext cx="3596335" cy="2514600"/>
          </a:xfrm>
          <a:prstGeom prst="roundRect">
            <a:avLst>
              <a:gd name="adj" fmla="val 4364"/>
            </a:avLst>
          </a:prstGeom>
          <a:solidFill>
            <a:srgbClr val="C67B5A"/>
          </a:solidFill>
          <a:ln/>
        </p:spPr>
      </p:sp>
      <p:sp>
        <p:nvSpPr>
          <p:cNvPr id="9" name="Text 7"/>
          <p:cNvSpPr/>
          <p:nvPr/>
        </p:nvSpPr>
        <p:spPr>
          <a:xfrm>
            <a:off x="827532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мастеру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75320" y="38404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B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t.me/c_o_o_n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B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курса
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craft-school.ru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Спринт 2 завершён: у вас есть готовая ссылка на сайт в интернете.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Craft School — Третье занятие</dc:title>
  <dc:subject>PptxGenJS Presentation</dc:subject>
  <dc:creator>Roman Babanov</dc:creator>
  <cp:lastModifiedBy>Roman Babanov</cp:lastModifiedBy>
  <cp:revision>1</cp:revision>
  <dcterms:created xsi:type="dcterms:W3CDTF">2026-08-10T20:45:33Z</dcterms:created>
  <dcterms:modified xsi:type="dcterms:W3CDTF">2026-08-10T20:45:33Z</dcterms:modified>
</cp:coreProperties>
</file>